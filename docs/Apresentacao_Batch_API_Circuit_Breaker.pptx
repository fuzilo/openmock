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1d9a91b2-5867-5644-8e8a-3d81df9164a6}">
          <p14:sldIdLst>
            <p14:sldId id="256"/>
          </p14:sldIdLst>
        </p14:section>
        <p14:section name="Contexto" id="{c31c8969-adc8-1a9f-b254-48540c277267}">
          <p14:sldIdLst>
            <p14:sldId id="257"/>
            <p14:sldId id="258"/>
          </p14:sldIdLst>
        </p14:section>
        <p14:section name="Mecanismos" id="{04c0778b-dfa9-7624-cb81-d62ce101a9b5}">
          <p14:sldIdLst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Esta apresentação defende o desenho do circuit breaker (Resilience4j) que protege as chamadas do OpenMock à Batch API da OpenAI. O foco não é o que foi implementado, e sim o porquê de cada escolha: quais mecanismos estão em jogo, quais decisões foram tomadas, quais alternativas foram descartadas e como o comportamento foi validado em cenários concretos. Os três pontos coloridos representam os três estados do circuito (fechado, meio-aberto e aberto), que voltam ao longo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entrar no sistema, o conceito. Um circuit breaker é um padrão de resiliência que envolve as chamadas que o sistema faz a outro serviço, no nosso caso a OpenAI. A analogia é o disjuntor elétrico: quando a corrente passa do limite, ele desarma para proteger o resto da instalação, e depois alguém religa para ver se o problema passou. Ele faz três coisas. Observa: anota o resultado de cada chamada, se deu certo, se deu erro ou se demorou demais. Interrompe: quando a proporção de falhas passa de um limite, para de chamar o serviço e recusa as tentativas na hora, sem esperar timeout. Testa: depois de um tempo, deixa passar poucas chamadas para ver se o serviço voltou; se voltou, libera tudo de novo. O que ele protege: o nosso sistema, que não fica com threads presas esperando um serviço morto, e o serviço externo, que para de receber tráfego enquanto tenta se recuperar. No OpenMock ele é implementado com a biblioteca Resilience4j e envolve cada chamada à OpenAI. Os detalhes de como ele decide vêm nos próximos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peças conversam. O SocialGuard é o dono dos dados: guarda os lotes de comentários, publica na fila o ID de cada lote a analisar e recebe as classificações. O RabbitMQ é a fila entre os dois e guarda os IDs até alguém processar. O OpenMock é o processador: pega um ID, busca o lote no SocialGuard, manda classificar e devolve o resultado. Hoje a classificação é simulada (InferenceSimulator); o objetivo é trocar o simulador pela Batch API da OpenAI. O ponto frágil é a chamada à IA: serviço externo, pago, com limites de uso, que pode ficar lento ou fora do ar. O circuit breaker existe para que essa fragilidade não contamine o resto do sistema. Sobre o claim: antes de processar, o OpenMock reivindica o lote (POST /claim). Isso evita processamento duplicado, já que a mensagem pode chegar duas vezes e pode haver mais de uma instância. Consequência para o circuito: depois do claim o lote tem dono. Se o OpenMock reivindicar e não conseguir processar, precisa avisar o SocialGuard (POST /failure), senão o lote fica preso como 'em processamento'. Por isso o estado do circuito é conferido antes do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ideia vem do disjuntor elétrico: quando a corrente passa do limite, ele desarma para proteger o resto da instalação e depois alguém religa para ver se o problema passou. Sem o disjuntor, quando um serviço externo cai: cada requisição espera o timeout inteiro, prendendo threads; cada tentativa falha e precisa ser tratada (aqui, reivindicar o lote e logo depois marcá-lo como falha); e o serviço externo, já sobrecarregado, continua recebendo tráfego e demora mais para se recuperar. Com o disjuntor, depois de algumas falhas o sistema para de tentar por um tempo e, de vez em quando, testa se o serviço voltou. Três estados: Fechado, tudo passa e cada resultado é anotado. Aberto, nada passa e qualquer tentativa é recusada na hora, sem chamar o serviço. Meio-aberto, passa um número pequeno de chamadas de teste, e o resultado delas decide se o circuito fecha ou abre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Parâmetros em application.properties, lidos por InferenceCircuitBreakerConfiguration. Janela deslizante por contagem: o circuito guarda o resultado das últimas 10 chamadas. Foi escolhida em vez da janela por tempo porque o volume do OpenMock é baixo e irregular; numa janela por tempo, um período sem lotes deixaria a janela vazia ou com 1 ou 2 chamadas e a taxa seria pouco confiável. Abre com 50% ou mais de falhas, ou com 50% ou mais de chamadas lentas. Lenta é a que leva 30s ou mais, mesmo que dê certo: serviço muito lento é quase tão ruim quanto fora do ar. Fica aberto por 30s. Detalhe: o Resilience4j não tem relógio próprio; como o listener é desligado com o circuito aberto, nenhuma chamada chegaria. Por isso automaticTransitionFromOpenToHalfOpenEnabled(true). No meio-aberto passam 2 chamadas; se uma delas falhar (50%), abre de novo. Modelo de vagas: toda chamada protegida pede permissão (acquirePermission), executa medindo o tempo e registra onSuccess ou onError. O atalho executeSupplier faz os três passos, mas pede a vaga só no momento da chamada. Os passos manuais permitem pedir a vaga antes do claim. Risco: no meio-aberto, uma vaga pedida e nunca registrada fica presa; com as 2 presas o circuito nunca sai do meio-aberto. Por isso releasePermission() em todo caminho que não chega à chamada.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InferenceCircuitListenerSwitch escuta os eventos de transição de estado do circuito. Foi para aberto ou forçado aberto: para o container do listener. Foi para meio-aberto ou fechado: religa. Por que parar o consumo em vez de recusar e devolver cada mensagem? Porque a mensagem devolvida seria entregue de novo na hora, gerando um loop de entrega e recusa durante os 30s, consumindo CPU e rede. Com o consumo parado, as mensagens simplesmente esperam, em ordem. Por que a ação roda numa thread separada: a transição para aberto acontece dentro da thread do listener, que é a que faz a chamada que falha. Parar o container espera as threads do listener terminarem; se a própria thread pedisse para parar, ficaria esperando por si mesma. A thread única também garante que parar e religar acontecem na ordem das transições. Entre o circuito abrir e o listener parar de fato ainda pode chegar uma mensagem; para ela há uma checagem no início do consumo, que a devolve sem fazer o claim. As mesmas transições alimentam as métricas do Prometheus (resilience4j_circuitbreaker_*).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segundo o próprio documento, os detalhes da Batch API foram escritos de memória e há uma lista de pontos a confirmar na documentação oficial da OpenAI. Na API comum cada requisição recebe a resposta na hora. Na Batch API, enviamos um arquivo com muitas requisições e recebemos as respostas depois, em até 24h. Em troca, o preço é cerca de metade e os limites de uso são separados e mais altos. Para classificar lotes de comentários, em que ninguém espera a resposta na tela, a troca compensa. Ciclo de vida: arquivo JSONL com uma linha por requisição e um custom_id (o id do comentário); upload em /v1/files devolve file_id; criação em /v1/batches devolve batch_id, e no metadata vai o UUID do lote do SocialGuard; consulta periódica do status; download do output_file e do error_file. As linhas de resultado não vêm na ordem do arquivo de entrada: é o custom_id que liga cada resposta ao comentário. Status: validating, in_progress, finalizing são intermediários; completed, failed, expired e cancelled são terminais. Limite de tokens enfileirados: por modelo, a OpenAI limita quantos tokens podem estar na fila ao mesmo tempo; submissões além disso são recusadas até a fila esvaziar. Expired: o prazo de 24h acabou antes de tudo ser processado; o que foi processado é entregue e cobrado, o restante volta sem resposta. Indica falta de capacidade da OpenAI.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envio de um lote são duas chamadas HTTP: o upload do JSONL e a criação do batch. Os erros se dividem em três famílias, conforme o que o circuito faz com eles. Primeira família, a OpenAI não está respondendo: timeout, erro de conexão, HTTP 5xx, HTTP 429 e o limite de tokens enfileirados. O cliente traduz todos para InferenceUnavailableException; o lote é marcado como falha no SocialGuard, a mensagem volta para a fila e a falha conta na janela do circuito. Segunda família, o pedido está errado: HTTP 400, 401, 403, 404 e batch que falha na validação. Viram PermanentBatchProcessingException. Repetir não resolve, então a mensagem não volta para a fila, e o circuito ignora, porque o problema é nosso e não da OpenAI. Terceira, bug no nosso código, como um NullPointerException ao montar o JSONL: com recordExceptions, o circuito trata como sucesso; o erro vai para o log e se repete até ser corrigido. Dois casos que não são erro do envio em si, mas aparecem depois: a chamada lenta, que deu certo mas levou 30s ou mais e conta como lenta; e o expired, quando a OpenAI não processa em 24h, que só aparece na consulta de status do poller e conta como falha. Ponto em aberto: o código de erro exato do limite de tokens enfileirados precisa ser confirmado na documentação da OpenAI.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OpenMock · Circuit breaker na Batch API da OpenAI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 breaker em volta da Batch API da OpenAI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892040"/>
            <a:ext cx="292608" cy="292608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489204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4892040"/>
            <a:ext cx="292608" cy="292608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057400" y="48463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Projeto OpenMock / SocialGuard · Resilience4j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Wesley Huchit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 circuit breaker</a:t>
            </a:r>
            <a:endParaRPr lang="en-US" sz="3200" dirty="0"/>
          </a:p>
        </p:txBody>
      </p:sp>
      <p:sp>
        <p:nvSpPr>
          <p:cNvPr id="4" name="def"/>
          <p:cNvSpPr txBox="1"/>
          <p:nvPr/>
        </p:nvSpPr>
        <p:spPr>
          <a:xfrm>
            <a:off x="548640" y="132588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17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Envolve as chamadas que o sistema faz a outro serviço (aqui, a OpenAI).</a:t>
            </a:r>
            <a:endParaRPr lang="en-US" sz="15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Acompanha se essas chamadas dão certo ou falham.</a:t>
            </a:r>
            <a:endParaRPr lang="en-US" sz="15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Quando o serviço começa a falhar, para de chamá-lo por um tempo, em vez de insistir.</a:t>
            </a:r>
            <a:endParaRPr lang="en-US" sz="15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Como um disjuntor: desarma para proteger o resto e religa para testar se o problema passou.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880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 que ele faz, em três ações:</a:t>
            </a:r>
            <a:endParaRPr lang="en-US" sz="1600" dirty="0"/>
          </a:p>
        </p:txBody>
      </p:sp>
      <p:sp>
        <p:nvSpPr>
          <p:cNvPr id="7" name="cb-0"/>
          <p:cNvSpPr txBox="1"/>
          <p:nvPr/>
        </p:nvSpPr>
        <p:spPr>
          <a:xfrm>
            <a:off x="548640" y="3246120"/>
            <a:ext cx="3520440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3520440" cy="1097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353872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34930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Observa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1148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Anota o resultado de cada chamada: deu certo, deu erro ou demorou demais.</a:t>
            </a:r>
            <a:endParaRPr lang="en-US" sz="1400" dirty="0"/>
          </a:p>
        </p:txBody>
      </p:sp>
      <p:sp>
        <p:nvSpPr>
          <p:cNvPr id="12" name="cb-1"/>
          <p:cNvSpPr txBox="1"/>
          <p:nvPr/>
        </p:nvSpPr>
        <p:spPr>
          <a:xfrm>
            <a:off x="4320540" y="3246120"/>
            <a:ext cx="3520440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320540" y="3246120"/>
            <a:ext cx="3520440" cy="1097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94860" y="353872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234940" y="34930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Interrompe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594860" y="41148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Quando as falhas passam do limite, recusa as chamadas na hora, sem esperar timeout.</a:t>
            </a:r>
            <a:endParaRPr lang="en-US" sz="1400" dirty="0"/>
          </a:p>
        </p:txBody>
      </p:sp>
      <p:sp>
        <p:nvSpPr>
          <p:cNvPr id="17" name="cb-2"/>
          <p:cNvSpPr txBox="1"/>
          <p:nvPr/>
        </p:nvSpPr>
        <p:spPr>
          <a:xfrm>
            <a:off x="8092440" y="3246120"/>
            <a:ext cx="3520440" cy="169164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092440" y="3246120"/>
            <a:ext cx="3520440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66760" y="35387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9006840" y="34930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Testa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366760" y="411480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Depois de um tempo, deixa passar poucas chamadas para ver se o serviço voltou.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120640"/>
            <a:ext cx="53949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Protege os dois lados: </a:t>
            </a:r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nosso sistema não prende threads num serviço morto; o serviço externo para de receber tráfego enquanto se recupera.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17920" y="5120640"/>
            <a:ext cx="539496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 OpenMock: </a:t>
            </a:r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biblioteca Resilience4j, em volta de cada chamada à OpenAI.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chamada à IA é o ponto mais frágil do fluxo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737360"/>
            <a:ext cx="18745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SocialGuard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dono dos dados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2843784" y="1737360"/>
            <a:ext cx="18745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RabbitMQ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fila de IDs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138928" y="1737360"/>
            <a:ext cx="187452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OpenMock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processador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34072" y="1737360"/>
            <a:ext cx="1874520" cy="1188720"/>
          </a:xfrm>
          <a:prstGeom prst="roundRect">
            <a:avLst>
              <a:gd name="adj" fmla="val 6154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Circuit breaker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Resilience4j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729216" y="1737360"/>
            <a:ext cx="18745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31750">
            <a:solidFill>
              <a:schemeClr val="accent4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OpenAI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Batch API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468880" y="2331720"/>
            <a:ext cx="329184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764024" y="2331720"/>
            <a:ext cx="329184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7059168" y="2331720"/>
            <a:ext cx="329184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9354312" y="2331720"/>
            <a:ext cx="329184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2423160" y="1325880"/>
            <a:ext cx="96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publica ID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76188" y="2971800"/>
            <a:ext cx="914" cy="45720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H="1">
            <a:off x="1485900" y="3429000"/>
            <a:ext cx="4590288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1485900" y="2971800"/>
            <a:ext cx="914" cy="45720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1760220" y="35021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busca lote · claim · devolve resultado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9546336" y="3063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externo, pago, com limites; pode ficar lento ou cair</a:t>
            </a:r>
            <a:endParaRPr lang="en-US" sz="1400" dirty="0"/>
          </a:p>
        </p:txBody>
      </p:sp>
      <p:sp>
        <p:nvSpPr>
          <p:cNvPr id="19" name="claim-callout"/>
          <p:cNvSpPr txBox="1"/>
          <p:nvPr/>
        </p:nvSpPr>
        <p:spPr>
          <a:xfrm>
            <a:off x="548640" y="4206240"/>
            <a:ext cx="11064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617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!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783080" y="4389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Claim do SocialGuard: depois do claim, o lote tem dono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1783080" y="48920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Se o processamento falhar, o OpenMock precisa avisar. Por isso o circuito é consultado antes do claim.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Após falhas repetidas, o sistema para de tentar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2651760" cy="123444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Fechado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tudo passa; resultados anotados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600200"/>
            <a:ext cx="2651760" cy="1234440"/>
          </a:xfrm>
          <a:prstGeom prst="roundRect">
            <a:avLst>
              <a:gd name="adj" fmla="val 22222"/>
            </a:avLst>
          </a:prstGeom>
          <a:solidFill>
            <a:schemeClr val="accent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Aberto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nada passa; recusa na hora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3200400" y="4434840"/>
            <a:ext cx="2651760" cy="1234440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Meio-aberto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poucas chamadas de teste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37560" y="2217420"/>
            <a:ext cx="2377440" cy="914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383280" y="1709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≥ 50% falhas ou lentas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 flipH="1">
            <a:off x="5897880" y="2880360"/>
            <a:ext cx="1783080" cy="242316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7086600" y="4069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após 30s (automático)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flipV="1">
            <a:off x="5486400" y="2880360"/>
            <a:ext cx="822960" cy="15087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4206240" y="3291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teste falhou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H="1" flipV="1">
            <a:off x="1737360" y="2880360"/>
            <a:ext cx="1417320" cy="21717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640080" y="39319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testes ok</a:t>
            </a:r>
            <a:endParaRPr lang="en-US" sz="1400" dirty="0"/>
          </a:p>
        </p:txBody>
      </p:sp>
      <p:sp>
        <p:nvSpPr>
          <p:cNvPr id="15" name="panel"/>
          <p:cNvSpPr txBox="1"/>
          <p:nvPr/>
        </p:nvSpPr>
        <p:spPr>
          <a:xfrm>
            <a:off x="9052560" y="1600200"/>
            <a:ext cx="2560320" cy="40690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281160" y="17830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Sem o disjuntor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281160" y="2286000"/>
            <a:ext cx="21488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threads presas em timeout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lotes reivindicados e logo marcados como falha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serviço sobrecarregado demora mais a voltar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regras que abrem e fecham o circuito</a:t>
            </a:r>
            <a:endParaRPr lang="en-US" sz="3200" dirty="0"/>
          </a:p>
        </p:txBody>
      </p:sp>
      <p:sp>
        <p:nvSpPr>
          <p:cNvPr id="4" name="rule-0"/>
          <p:cNvSpPr txBox="1"/>
          <p:nvPr/>
        </p:nvSpPr>
        <p:spPr>
          <a:xfrm>
            <a:off x="548640" y="1325880"/>
            <a:ext cx="7040880" cy="841248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325880"/>
            <a:ext cx="1143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920240" y="1380744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Janela por contagem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920240" y="1636776"/>
            <a:ext cx="5532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Guarda o resultado das últimas 10 chamadas. Por contagem, e não por tempo: o volume é baixo e irregular, e uma janela por tempo ficaria vazia entre lotes.</a:t>
            </a:r>
            <a:endParaRPr lang="en-US" sz="1150" dirty="0"/>
          </a:p>
        </p:txBody>
      </p:sp>
      <p:sp>
        <p:nvSpPr>
          <p:cNvPr id="8" name="rule-1"/>
          <p:cNvSpPr txBox="1"/>
          <p:nvPr/>
        </p:nvSpPr>
        <p:spPr>
          <a:xfrm>
            <a:off x="548640" y="2240280"/>
            <a:ext cx="7040880" cy="841248"/>
          </a:xfrm>
          <a:prstGeom prst="roundRect">
            <a:avLst>
              <a:gd name="adj" fmla="val 5435"/>
            </a:avLst>
          </a:prstGeom>
          <a:solidFill>
            <a:schemeClr val="bg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240280"/>
            <a:ext cx="1143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1920240" y="2295144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Taxa para abrir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920240" y="2551176"/>
            <a:ext cx="5532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Se metade ou mais das chamadas da janela falharam, ou foram lentas, o circuito abre.</a:t>
            </a:r>
            <a:endParaRPr lang="en-US" sz="1150" dirty="0"/>
          </a:p>
        </p:txBody>
      </p:sp>
      <p:sp>
        <p:nvSpPr>
          <p:cNvPr id="12" name="rule-2"/>
          <p:cNvSpPr txBox="1"/>
          <p:nvPr/>
        </p:nvSpPr>
        <p:spPr>
          <a:xfrm>
            <a:off x="548640" y="3154680"/>
            <a:ext cx="7040880" cy="841248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154680"/>
            <a:ext cx="1143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3209544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Chamada lenta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920240" y="3465576"/>
            <a:ext cx="5532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Respondeu sem erro, mas demorou 30s ou mais. Erros e lentas têm contagens separadas; basta uma delas chegar a 50% para abrir.</a:t>
            </a:r>
            <a:endParaRPr lang="en-US" sz="1150" dirty="0"/>
          </a:p>
        </p:txBody>
      </p:sp>
      <p:sp>
        <p:nvSpPr>
          <p:cNvPr id="16" name="rule-3"/>
          <p:cNvSpPr txBox="1"/>
          <p:nvPr/>
        </p:nvSpPr>
        <p:spPr>
          <a:xfrm>
            <a:off x="548640" y="4069080"/>
            <a:ext cx="7040880" cy="841248"/>
          </a:xfrm>
          <a:prstGeom prst="roundRect">
            <a:avLst>
              <a:gd name="adj" fmla="val 5435"/>
            </a:avLst>
          </a:prstGeom>
          <a:solidFill>
            <a:schemeClr val="bg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4069080"/>
            <a:ext cx="1143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30s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1920240" y="4123944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Tempo aberto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920240" y="4379976"/>
            <a:ext cx="5532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Depois disso passa sozinho para meio-aberto. Precisa ser automático porque o consumo está parado e nenhuma chamada chegaria.</a:t>
            </a:r>
            <a:endParaRPr lang="en-US" sz="1150" dirty="0"/>
          </a:p>
        </p:txBody>
      </p:sp>
      <p:sp>
        <p:nvSpPr>
          <p:cNvPr id="20" name="rule-4"/>
          <p:cNvSpPr txBox="1"/>
          <p:nvPr/>
        </p:nvSpPr>
        <p:spPr>
          <a:xfrm>
            <a:off x="548640" y="4983480"/>
            <a:ext cx="7040880" cy="841248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983480"/>
            <a:ext cx="1143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1920240" y="5038344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Vagas no meio-aberto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920240" y="5294376"/>
            <a:ext cx="5532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Só 2 chamadas de teste passam. Se 1 falhar (50%), reabre por mais 30s; se as 2 derem certo, fecha.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13258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Modelo de vagas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169164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Toda chamada protegida passa por três passos: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8595360" y="2194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Pedir vaga  </a:t>
            </a:r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acquirePermission()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95360" y="2468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aberto: recusa na hora; meio-aberto: só se houver vaga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8229600" y="2743200"/>
            <a:ext cx="914" cy="4114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8001000" y="32004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595360" y="3154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Executar  </a:t>
            </a:r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medindo o tempo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95360" y="3429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a duração decide se foi lenta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0" y="3703320"/>
            <a:ext cx="914" cy="4114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4" name="Text 31"/>
          <p:cNvSpPr txBox="1"/>
          <p:nvPr/>
        </p:nvSpPr>
        <p:spPr>
          <a:xfrm>
            <a:off x="8001000" y="4160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8595360" y="4114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Registrar  </a:t>
            </a:r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onSuccess / onError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8595360" y="4389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o resultado entra na janela de 10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8001000" y="5120640"/>
            <a:ext cx="361188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Vaga pedida e não registrada fica presa. 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No meio-aberto, 2 presas travam o circuito. Por isso 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releasePermission()</a:t>
            </a:r>
            <a:pPr algn="l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em todo caminho que não chega à OpenAI.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circuito aberto, o consumo pausa em vez de girar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77440"/>
            <a:ext cx="2377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Evento de transição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Resilience4j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2377440"/>
            <a:ext cx="3108960" cy="13716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ListenerSwitch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thread única e separada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971800" y="3063240"/>
            <a:ext cx="6400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7680960" y="1463040"/>
            <a:ext cx="3931920" cy="1280160"/>
          </a:xfrm>
          <a:prstGeom prst="roundRect">
            <a:avLst>
              <a:gd name="adj" fmla="val 5714"/>
            </a:avLst>
          </a:prstGeom>
          <a:solidFill>
            <a:schemeClr val="accent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Aberto → para o listener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mensagens esperam na fila, em ordem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3383280"/>
            <a:ext cx="3931920" cy="128016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Meio-aberto / fechado → religa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consumo volta a receber lotes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 flipV="1">
            <a:off x="6812280" y="2103120"/>
            <a:ext cx="822960" cy="7315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3291840"/>
            <a:ext cx="822960" cy="73152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why1"/>
          <p:cNvSpPr txBox="1"/>
          <p:nvPr/>
        </p:nvSpPr>
        <p:spPr>
          <a:xfrm>
            <a:off x="548640" y="4983480"/>
            <a:ext cx="53949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120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Por que parar, e não recusar?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5532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Recusar gera loop de entrega e recusa por 30s.</a:t>
            </a:r>
            <a:endParaRPr lang="en-US" sz="1500" dirty="0"/>
          </a:p>
        </p:txBody>
      </p:sp>
      <p:sp>
        <p:nvSpPr>
          <p:cNvPr id="14" name="why2"/>
          <p:cNvSpPr txBox="1"/>
          <p:nvPr/>
        </p:nvSpPr>
        <p:spPr>
          <a:xfrm>
            <a:off x="6217920" y="4983480"/>
            <a:ext cx="539496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5120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Por que outra thread?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55321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 listener não pode esperar por si mesmo.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API: respostas em até 24h, mais baratas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23774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Upload JSONL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file_id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2971800" y="1897380"/>
            <a:ext cx="429768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Text 3"/>
          <p:cNvSpPr txBox="1"/>
          <p:nvPr/>
        </p:nvSpPr>
        <p:spPr>
          <a:xfrm>
            <a:off x="3447288" y="1417320"/>
            <a:ext cx="23774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Criar batch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batch_id + metadata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870448" y="1897380"/>
            <a:ext cx="429768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6345936" y="1417320"/>
            <a:ext cx="2377440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Consultar status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em loop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769096" y="1897380"/>
            <a:ext cx="429768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9244584" y="1417320"/>
            <a:ext cx="23774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Baixar resultados</a:t>
            </a:r>
            <a:endParaRPr lang="en-US" sz="17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output + error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697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Status do batch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200400"/>
            <a:ext cx="173736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validating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0" y="3200400"/>
            <a:ext cx="173736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in_progress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3200400"/>
            <a:ext cx="173736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finalizing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3200400"/>
            <a:ext cx="1737360" cy="5486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completed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331720" y="3474720"/>
            <a:ext cx="3657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526280" y="3474720"/>
            <a:ext cx="3657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720840" y="3474720"/>
            <a:ext cx="3657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9509760" y="269748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509760" y="333756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509760" y="3977640"/>
            <a:ext cx="210312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cancelled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0" y="4572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terminais sem sucesso</a:t>
            </a:r>
            <a:endParaRPr lang="en-US" sz="1400" dirty="0"/>
          </a:p>
        </p:txBody>
      </p:sp>
      <p:sp>
        <p:nvSpPr>
          <p:cNvPr id="23" name="bcall-0"/>
          <p:cNvSpPr txBox="1"/>
          <p:nvPr/>
        </p:nvSpPr>
        <p:spPr>
          <a:xfrm>
            <a:off x="548640" y="4983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4983480"/>
            <a:ext cx="1325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148840" y="4983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do preço da API síncrona</a:t>
            </a:r>
            <a:endParaRPr lang="en-US" sz="1500" dirty="0"/>
          </a:p>
        </p:txBody>
      </p:sp>
      <p:sp>
        <p:nvSpPr>
          <p:cNvPr id="26" name="bcall-1"/>
          <p:cNvSpPr txBox="1"/>
          <p:nvPr/>
        </p:nvSpPr>
        <p:spPr>
          <a:xfrm>
            <a:off x="4320540" y="4983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49140" y="4983480"/>
            <a:ext cx="1325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24h</a:t>
            </a:r>
            <a:endParaRPr lang="en-US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5920740" y="4983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prazo máximo do batch</a:t>
            </a:r>
            <a:endParaRPr lang="en-US" sz="1500" dirty="0"/>
          </a:p>
        </p:txBody>
      </p:sp>
      <p:sp>
        <p:nvSpPr>
          <p:cNvPr id="29" name="bcall-2"/>
          <p:cNvSpPr txBox="1"/>
          <p:nvPr/>
        </p:nvSpPr>
        <p:spPr>
          <a:xfrm>
            <a:off x="8092440" y="4983480"/>
            <a:ext cx="35204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8321040" y="4983480"/>
            <a:ext cx="1325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Fila</a:t>
            </a:r>
            <a:endParaRPr lang="en-US" sz="3000" dirty="0"/>
          </a:p>
        </p:txBody>
      </p:sp>
      <p:sp>
        <p:nvSpPr>
          <p:cNvPr id="31" name="Text 28"/>
          <p:cNvSpPr txBox="1"/>
          <p:nvPr/>
        </p:nvSpPr>
        <p:spPr>
          <a:xfrm>
            <a:off x="9692640" y="49834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limite de tokens enfileirados por modelo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Erros possíveis ao enviar um lote à OpenAI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6400800" cy="384048"/>
          </a:xfrm>
          <a:prstGeom prst="roundRect">
            <a:avLst>
              <a:gd name="adj" fmla="val 9524"/>
            </a:avLst>
          </a:prstGeom>
          <a:solidFill>
            <a:schemeClr val="accent4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 OpenAI não respondeu: conta como falha no circuito</a:t>
            </a:r>
            <a:endParaRPr lang="en-US" sz="1400" dirty="0"/>
          </a:p>
        </p:txBody>
      </p:sp>
      <p:sp>
        <p:nvSpPr>
          <p:cNvPr id="5" name="A OpenAI não respondeu: conta como falha no circuito-0"/>
          <p:cNvSpPr txBox="1"/>
          <p:nvPr/>
        </p:nvSpPr>
        <p:spPr>
          <a:xfrm>
            <a:off x="548640" y="1764792"/>
            <a:ext cx="6400800" cy="402336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647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Timeout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651760" y="176479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sem resposta em 60s (conexão ou leitura)</a:t>
            </a:r>
            <a:endParaRPr lang="en-US" sz="1150" dirty="0"/>
          </a:p>
        </p:txBody>
      </p:sp>
      <p:sp>
        <p:nvSpPr>
          <p:cNvPr id="8" name="A OpenAI não respondeu: conta como falha no circuito-1"/>
          <p:cNvSpPr txBox="1"/>
          <p:nvPr/>
        </p:nvSpPr>
        <p:spPr>
          <a:xfrm>
            <a:off x="548640" y="2221992"/>
            <a:ext cx="6400800" cy="402336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2219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Erro de conexão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222199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DNS, rede ou conexão recusada</a:t>
            </a:r>
            <a:endParaRPr lang="en-US" sz="1150" dirty="0"/>
          </a:p>
        </p:txBody>
      </p:sp>
      <p:sp>
        <p:nvSpPr>
          <p:cNvPr id="11" name="A OpenAI não respondeu: conta como falha no circuito-2"/>
          <p:cNvSpPr txBox="1"/>
          <p:nvPr/>
        </p:nvSpPr>
        <p:spPr>
          <a:xfrm>
            <a:off x="548640" y="2679192"/>
            <a:ext cx="6400800" cy="402336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6791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HTTP 5xx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267919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erro interno do lado da OpenAI</a:t>
            </a:r>
            <a:endParaRPr lang="en-US" sz="1150" dirty="0"/>
          </a:p>
        </p:txBody>
      </p:sp>
      <p:sp>
        <p:nvSpPr>
          <p:cNvPr id="14" name="A OpenAI não respondeu: conta como falha no circuito-3"/>
          <p:cNvSpPr txBox="1"/>
          <p:nvPr/>
        </p:nvSpPr>
        <p:spPr>
          <a:xfrm>
            <a:off x="548640" y="3136392"/>
            <a:ext cx="6400800" cy="402336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1363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HTTP 429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651760" y="313639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rate limit: pedidos demais por minuto</a:t>
            </a:r>
            <a:endParaRPr lang="en-US" sz="1150" dirty="0"/>
          </a:p>
        </p:txBody>
      </p:sp>
      <p:sp>
        <p:nvSpPr>
          <p:cNvPr id="17" name="A OpenAI não respondeu: conta como falha no circuito-4"/>
          <p:cNvSpPr txBox="1"/>
          <p:nvPr/>
        </p:nvSpPr>
        <p:spPr>
          <a:xfrm>
            <a:off x="548640" y="3593592"/>
            <a:ext cx="6400800" cy="402336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5935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Tokens enfileirados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359359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fila de batches da OpenAI cheia; pode vir na criação ou como failed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233672"/>
            <a:ext cx="6400800" cy="384048"/>
          </a:xfrm>
          <a:prstGeom prst="roundRect">
            <a:avLst>
              <a:gd name="adj" fmla="val 9524"/>
            </a:avLst>
          </a:prstGeom>
          <a:solidFill>
            <a:schemeClr val="accent2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Aparecem depois do envio</a:t>
            </a:r>
            <a:endParaRPr lang="en-US" sz="1400" dirty="0"/>
          </a:p>
        </p:txBody>
      </p:sp>
      <p:sp>
        <p:nvSpPr>
          <p:cNvPr id="21" name="Aparecem depois do envio-0"/>
          <p:cNvSpPr txBox="1"/>
          <p:nvPr/>
        </p:nvSpPr>
        <p:spPr>
          <a:xfrm>
            <a:off x="548640" y="4672584"/>
            <a:ext cx="6400800" cy="402336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67258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Chamada lenta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651760" y="4672584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deu certo, mas levou 30s ou mais; conta como lenta</a:t>
            </a:r>
            <a:endParaRPr lang="en-US" sz="1150" dirty="0"/>
          </a:p>
        </p:txBody>
      </p:sp>
      <p:sp>
        <p:nvSpPr>
          <p:cNvPr id="24" name="Aparecem depois do envio-1"/>
          <p:cNvSpPr txBox="1"/>
          <p:nvPr/>
        </p:nvSpPr>
        <p:spPr>
          <a:xfrm>
            <a:off x="548640" y="5129784"/>
            <a:ext cx="6400800" cy="402336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" y="512978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expired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2651760" y="5129784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não processado em 24h; visto na consulta do poller, conta como falha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7178040" y="1325880"/>
            <a:ext cx="4434840" cy="384048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Pedido errado: não conta</a:t>
            </a:r>
            <a:endParaRPr lang="en-US" sz="1400" dirty="0"/>
          </a:p>
        </p:txBody>
      </p:sp>
      <p:sp>
        <p:nvSpPr>
          <p:cNvPr id="28" name="Pedido errado: não conta-0"/>
          <p:cNvSpPr txBox="1"/>
          <p:nvPr/>
        </p:nvSpPr>
        <p:spPr>
          <a:xfrm>
            <a:off x="7178040" y="1764792"/>
            <a:ext cx="4434840" cy="402336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0" y="17647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HTTP 400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9281160" y="176479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JSONL ou parâmetro inválido</a:t>
            </a:r>
            <a:endParaRPr lang="en-US" sz="1150" dirty="0"/>
          </a:p>
        </p:txBody>
      </p:sp>
      <p:sp>
        <p:nvSpPr>
          <p:cNvPr id="31" name="Pedido errado: não conta-1"/>
          <p:cNvSpPr txBox="1"/>
          <p:nvPr/>
        </p:nvSpPr>
        <p:spPr>
          <a:xfrm>
            <a:off x="7178040" y="2221992"/>
            <a:ext cx="4434840" cy="402336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315200" y="22219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HTTP 401 / 403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281160" y="222199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chave inválida ou sem permissão</a:t>
            </a:r>
            <a:endParaRPr lang="en-US" sz="1150" dirty="0"/>
          </a:p>
        </p:txBody>
      </p:sp>
      <p:sp>
        <p:nvSpPr>
          <p:cNvPr id="34" name="Pedido errado: não conta-2"/>
          <p:cNvSpPr txBox="1"/>
          <p:nvPr/>
        </p:nvSpPr>
        <p:spPr>
          <a:xfrm>
            <a:off x="7178040" y="2679192"/>
            <a:ext cx="4434840" cy="402336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7315200" y="26791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HTTP 404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9281160" y="267919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endpoint ou recurso não existe</a:t>
            </a:r>
            <a:endParaRPr lang="en-US" sz="1150" dirty="0"/>
          </a:p>
        </p:txBody>
      </p:sp>
      <p:sp>
        <p:nvSpPr>
          <p:cNvPr id="37" name="Pedido errado: não conta-3"/>
          <p:cNvSpPr txBox="1"/>
          <p:nvPr/>
        </p:nvSpPr>
        <p:spPr>
          <a:xfrm>
            <a:off x="7178040" y="3136392"/>
            <a:ext cx="4434840" cy="402336"/>
          </a:xfrm>
          <a:prstGeom prst="roundRect">
            <a:avLst>
              <a:gd name="adj" fmla="val 6818"/>
            </a:avLst>
          </a:prstGeom>
          <a:solidFill>
            <a:schemeClr val="bg1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7315200" y="313639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failed na validação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281160" y="3136392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conteúdo não passou na validação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7178040" y="3776472"/>
            <a:ext cx="4434840" cy="384048"/>
          </a:xfrm>
          <a:prstGeom prst="roundRect">
            <a:avLst>
              <a:gd name="adj" fmla="val 9524"/>
            </a:avLst>
          </a:prstGeom>
          <a:solidFill>
            <a:schemeClr val="tx1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Bug nosso: não conta</a:t>
            </a:r>
            <a:endParaRPr lang="en-US" sz="1400" dirty="0"/>
          </a:p>
        </p:txBody>
      </p:sp>
      <p:sp>
        <p:nvSpPr>
          <p:cNvPr id="41" name="Bug nosso: não conta-0"/>
          <p:cNvSpPr txBox="1"/>
          <p:nvPr/>
        </p:nvSpPr>
        <p:spPr>
          <a:xfrm>
            <a:off x="7178040" y="4215384"/>
            <a:ext cx="4434840" cy="402336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7315200" y="421538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Outra exceção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9281160" y="4215384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5"/>
                </a:solidFill>
              </a:rPr>
              <a:t>NPE, parsing; vai para o log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178040" y="489204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Erro de pedido ou bug é problema nosso: repetir não resolve e o circuito não deve abrir por isso.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nMock Circuit">
  <a:themeElements>
    <a:clrScheme name="OpenMock Circuit">
      <a:dk1>
        <a:srgbClr val="1B2B3A"/>
      </a:dk1>
      <a:lt1>
        <a:srgbClr val="FFFFFF"/>
      </a:lt1>
      <a:dk2>
        <a:srgbClr val="1F6F80"/>
      </a:dk2>
      <a:lt2>
        <a:srgbClr val="EEF2F5"/>
      </a:lt2>
      <a:accent1>
        <a:srgbClr val="1F6F80"/>
      </a:accent1>
      <a:accent2>
        <a:srgbClr val="E8A317"/>
      </a:accent2>
      <a:accent3>
        <a:srgbClr val="23744A"/>
      </a:accent3>
      <a:accent4>
        <a:srgbClr val="B23A2E"/>
      </a:accent4>
      <a:accent5>
        <a:srgbClr val="5B6B7A"/>
      </a:accent5>
      <a:accent6>
        <a:srgbClr val="C9D3DC"/>
      </a:accent6>
      <a:hlink>
        <a:srgbClr val="1F6F80"/>
      </a:hlink>
      <a:folHlink>
        <a:srgbClr val="5B6B7A"/>
      </a:folHlink>
    </a:clrScheme>
    <a:fontScheme name="OpenMock Circui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Circuit breaker na Batch API da OpenAI</dc:title>
  <dc:subject>PptxGenJS Presentation</dc:subject>
  <dc:creator>Wesley Huchit</dc:creator>
  <cp:lastModifiedBy>Wesley Huchit</cp:lastModifiedBy>
  <cp:revision>1</cp:revision>
  <dcterms:created xsi:type="dcterms:W3CDTF">2026-10-14T16:47:43Z</dcterms:created>
  <dcterms:modified xsi:type="dcterms:W3CDTF">2026-10-14T16:47:43Z</dcterms:modified>
</cp:coreProperties>
</file>